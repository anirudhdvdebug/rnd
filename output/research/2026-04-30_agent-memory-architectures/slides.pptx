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 Memory Architectures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For: JNTU students · 30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Four design families dominate as of April 2026:</a:t>
            </a:r>
          </a:p>
          <a:p>
            <a:r>
              <a:rPr sz="1600"/>
              <a:t>A talk-friendly framing: **"Memory is not a database problem; it is a forgetting problem."** What the agent throws away is what determines whether it scales.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Landscape Map — Taxonomy of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```</a:t>
            </a:r>
          </a:p>
          <a:p>
            <a:r>
              <a:rPr sz="1600"/>
              <a:t>RAW TEXT          STRUCTURED FACTS        SKILLS / PROCEDURES</a:t>
            </a:r>
          </a:p>
          <a:p>
            <a:r>
              <a:rPr sz="1600"/>
              <a:t>┌────────────────┬──────────────────────┬──────────────────────┐</a:t>
            </a:r>
          </a:p>
          <a:p>
            <a:r>
              <a:rPr sz="1600"/>
              <a:t>RANKED          │ Vector RAG     │ Mem0                 │ Tool/skill registries│</a:t>
            </a:r>
          </a:p>
          <a:p>
            <a:r>
              <a:rPr sz="1600"/>
              <a:t>RETRIEVAL       │ (chunks+embed) │ (extracted memories) │ (Anthropic Skills,   │</a:t>
            </a:r>
          </a:p>
          <a:p>
            <a:r>
              <a:rPr sz="1600"/>
              <a:t>│                │                      │  voltagent)        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Deep-Dives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Tiered, OS-style memory: MemGPT → Letta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MemGPT (Packer et al., 2023; https://arxiv.org/abs/2310.08560) is the architectural ancestor of every "agent has a hard drive" design. Its central move is to treat the model's context window as **main memory** and to expose tool calls — `core_memory_append`, `archival_memory_search`, `recall_memory_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Extract-and-retrieve: Mem0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For students, Mem0 is the easiest of the four families to reproduce in an afternoon: an extraction prompt, a vector DB, and a retrieval prompt is the entire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Temporal knowledge graphs: Zep / Graphiti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Zep's Graphiti engine (https://github.com/getzep/graphiti; paper https://arxiv.org/abs/2501.13956) argues that the missing primitive in extract-and-retrieve systems is **time**. A user who said in January "I work at TCS" and in March "I just joined Infosys" creates a contradiction that vector retrie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Cognitive-inspired hierarchies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The Generative Agents paper (Park et al., 2023; https://arxiv.org/abs/2304.03442) is the canonical reference for a three-tier cognitive memory: an **observation stream** (raw episodic events), a **reflection layer** (the agent periodically asks itself "what high-level conclusions can I draw from the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3.5 Benchmarks: how do we know any of this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Two benchmarks have become the de facto evaluation surface:</a:t>
            </a:r>
          </a:p>
          <a:p>
            <a:r>
              <a:rPr sz="1600"/>
              <a:t>LongMemEval** (https://arxiv.org/abs/2410.10813) — 500 questions over very long chat histories, designed to test five distinct skills: information extraction, multi-session reasoning, knowledge updates, temporal reasoning, and abstention. The headline finding is that even strong commercial assistant</a:t>
            </a:r>
          </a:p>
          <a:p>
            <a:r>
              <a:rPr sz="1600"/>
              <a:t>LoCoMo** (https://arxiv.org/abs/2402.17753) — 10 conversations of ~600 turns each, with QA, event-summarization, and multimodal-reference questions. Mem0's evaluation against this benchmark (https://arxiv.org/abs/2504.19413) is the most-cited 2025 head-to-head between memory architectures.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Connections to Anirudh's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&gt; I do not have memory entries describing PitchBot, ARIA, or smart_glasses, so the mapping below is inferred from the project names. Correct me where I'm wrong.</a:t>
            </a:r>
          </a:p>
          <a:p>
            <a:r>
              <a:rPr sz="1600"/>
              <a:t>The strongest fit is **smart_glasses + ARIA**, treated as a single wearable assistant stack.</a:t>
            </a:r>
          </a:p>
          <a:p>
            <a:r>
              <a:rPr sz="1600"/>
              <a:t>Sensor → episodic buffer.** Raw transcripts and frame embeddings go into a short-term ring buffer, summarized hourly. This is the MemGPT/Letta paged-context idea (https://github.com/letta-ai/letta), adapted to a wearable.</a:t>
            </a:r>
          </a:p>
          <a:p>
            <a:r>
              <a:rPr sz="1600"/>
              <a:t>Episodic → semantic facts.** A Mem0-style extractor (https://github.com/mem0ai/mem0) runs on the summaries and pulls out durable facts ("Anirudh meets Prof. Rao every Tuesday at 4pm in Block A").</a:t>
            </a:r>
          </a:p>
          <a:p>
            <a:r>
              <a:rPr sz="1600"/>
              <a:t>Semantic → temporal graph.** Person/place/event entities resolve into a Graphiti-style temporal KG (https://github.com/getzep/graphiti) so the glasses can answer "when did I last see X?" without confusing it with "when was I last *with* X?"</a:t>
            </a:r>
          </a:p>
          <a:p>
            <a:r>
              <a:rPr sz="1600"/>
              <a:t>Procedural skills.** Domain behaviors ("how to take meeting notes," "how to summarize a lecture") live as loadable skills in the style of the Anthropic/Antigravity skill registries (https://antigravity.google/docs/skills).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Recommended Demo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"30-line memory" — a live, side-by-side comparison of three memory strategies on the same conversation.**</a:t>
            </a:r>
          </a:p>
          <a:p>
            <a:r>
              <a:rPr sz="1600"/>
              <a:t>Build a tiny Python script (~30 lines per strategy, ~100 lines total) that:</a:t>
            </a:r>
          </a:p>
          <a:p>
            <a:r>
              <a:rPr sz="1600"/>
              <a:t>2. Runs three memory backends in parallel against the same script:</a:t>
            </a:r>
          </a:p>
          <a:p>
            <a:r>
              <a:rPr sz="1600"/>
              <a:t>No memory** — raw last-N-turns prompt.</a:t>
            </a:r>
          </a:p>
          <a:p>
            <a:r>
              <a:rPr sz="1600"/>
              <a:t>Mem0-style extract-and-retrieve** — call Claude to extract facts after each turn, store in a local SQLite + sentence-transformers vector index, retrieve top-3 at query time. (Reference: https://github.com/mem0ai/mem0)</a:t>
            </a:r>
          </a:p>
          <a:p>
            <a:r>
              <a:rPr sz="1600"/>
              <a:t>Tiny temporal graph** — store each extracted fact with a `valid_from` timestamp and a "supersedes" edge; on conflict, mark the older edge invalid. (Reference: https://github.com/getzep/graphiti)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Open Questions Worth Raising in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rPr sz="1600"/>
              <a:t>End of dossier. The talk is structured to land Section 5's demo around the 10-minute mark and use the remaining 20 minutes to unpack Sections 2-3 with the demo as the running example.*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Open the floor.</a:t>
            </a:r>
          </a:p>
          <a:p>
            <a:r>
              <a:rPr sz="1600"/>
              <a:t>See qa_prep.md for predicted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